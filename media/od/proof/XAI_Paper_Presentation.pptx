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Explainable AI (XAI): Making AI Transparent, Trustworthy, and Ethical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Name | Affiliation</a:t>
            </a:r>
          </a:p>
          <a:p>
            <a:r>
              <a:t>IEEE Paper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Black Box Problem – AI models often make decisions without clarity</a:t>
            </a:r>
          </a:p>
          <a:p>
            <a:r>
              <a:t>Need for Trust – Users and regulators demand interpretability</a:t>
            </a:r>
          </a:p>
          <a:p>
            <a:r>
              <a:t>XAI bridges the gap → transparency + accountability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explainability leads to bias, mistrust, and ethical concerns</a:t>
            </a:r>
          </a:p>
          <a:p>
            <a:r>
              <a:t>Examples: Loan approvals denied without reason; Medical AI risks</a:t>
            </a:r>
          </a:p>
          <a:p>
            <a:r>
              <a:t>Why XAI? → Trust, Safety, Ethics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explore methods of explainability in AI</a:t>
            </a:r>
          </a:p>
          <a:p>
            <a:r>
              <a:t>To evaluate ethical &amp; trustworthy AI design</a:t>
            </a:r>
          </a:p>
          <a:p>
            <a:r>
              <a:t>To highlight real-world applications of XAI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AI → 'Black Box' models (Deep Neural Networks, ML)</a:t>
            </a:r>
          </a:p>
          <a:p>
            <a:r>
              <a:t>Previous works → accuracy-focused, less interpretability</a:t>
            </a:r>
          </a:p>
          <a:p>
            <a:r>
              <a:t>Research gap → Explainability as a critical requirement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Methodologies of XAI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Post-hoc Explanation (after training): LIME, SHAP</a:t>
            </a:r>
          </a:p>
          <a:p>
            <a:r>
              <a:t>Intrinsic Interpretability: Decision Trees, Rule-based Models</a:t>
            </a:r>
          </a:p>
          <a:p>
            <a:r>
              <a:t>Visualization Techniques → heatmaps, attention 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Trustworthy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Fairness → reducing bias</a:t>
            </a:r>
          </a:p>
          <a:p>
            <a:r>
              <a:t>Accountability → models explain their outputs</a:t>
            </a:r>
          </a:p>
          <a:p>
            <a:r>
              <a:t>Transparency → human-understandable reasoning</a:t>
            </a:r>
          </a:p>
          <a:p>
            <a:r>
              <a:t>Regulation Compliance → EU AI Act, IEEE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XAI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→ explain medical diagnosis (tumor detection)</a:t>
            </a:r>
          </a:p>
          <a:p>
            <a:r>
              <a:t>Finance → credit scoring, fraud detection</a:t>
            </a:r>
          </a:p>
          <a:p>
            <a:r>
              <a:t>Autonomous Vehicles → decision-making transparency</a:t>
            </a:r>
          </a:p>
          <a:p>
            <a:r>
              <a:t>Cybersecurity → explain threat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XAI improves trust and adoption of AI systems</a:t>
            </a:r>
          </a:p>
          <a:p>
            <a:r>
              <a:t>Trade-off: Accuracy vs Interpretability</a:t>
            </a:r>
          </a:p>
          <a:p>
            <a:r>
              <a:t>Challenge: balancing transparency with complexity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XAI = key to ethical, transparent, and trustworthy AI</a:t>
            </a:r>
          </a:p>
          <a:p>
            <a:r>
              <a:t>Future Scope: standardized frameworks for explainability</a:t>
            </a:r>
          </a:p>
          <a:p>
            <a:r>
              <a:t>Balancing accuracy and interpretability</a:t>
            </a:r>
          </a:p>
          <a:p>
            <a:r>
              <a:t>Integration into real-world decision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IEEE / ACM papers on XAI</a:t>
            </a:r>
          </a:p>
          <a:p>
            <a:r>
              <a:t>DARPA XAI Program</a:t>
            </a:r>
          </a:p>
          <a:p>
            <a:r>
              <a:t>EU AI Act Guidelines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